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086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01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05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0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082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9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56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26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04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30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17B11-CCD8-4EEC-AD7E-F410C1454966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8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17B11-CCD8-4EEC-AD7E-F410C1454966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CB688-378F-4534-BFFE-AF122467F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14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088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EF19114998164C8362206698E33540" ma:contentTypeVersion="3" ma:contentTypeDescription="Create a new document." ma:contentTypeScope="" ma:versionID="b631e4cc1a91d2e9cf21a5fa671fb972">
  <xsd:schema xmlns:xsd="http://www.w3.org/2001/XMLSchema" xmlns:xs="http://www.w3.org/2001/XMLSchema" xmlns:p="http://schemas.microsoft.com/office/2006/metadata/properties" xmlns:ns2="d177c98d-ab3b-4be2-9c99-3eaebcb3c179" targetNamespace="http://schemas.microsoft.com/office/2006/metadata/properties" ma:root="true" ma:fieldsID="a22d3aad5dff5b5ef9ba4c4e0a89d77b" ns2:_="">
    <xsd:import namespace="d177c98d-ab3b-4be2-9c99-3eaebcb3c1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77c98d-ab3b-4be2-9c99-3eaebcb3c1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67CF04-19A8-43BB-B4D8-0D8D47AED2AF}"/>
</file>

<file path=customXml/itemProps2.xml><?xml version="1.0" encoding="utf-8"?>
<ds:datastoreItem xmlns:ds="http://schemas.openxmlformats.org/officeDocument/2006/customXml" ds:itemID="{58AC1F6E-43AF-42B2-B722-775C4FE1A903}"/>
</file>

<file path=customXml/itemProps3.xml><?xml version="1.0" encoding="utf-8"?>
<ds:datastoreItem xmlns:ds="http://schemas.openxmlformats.org/officeDocument/2006/customXml" ds:itemID="{65A944AC-E33E-46C2-93A4-96E2DDF36AC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2026-03-27T12:39:46Z</dcterms:created>
  <dcterms:modified xsi:type="dcterms:W3CDTF">2026-03-27T12:39:48Z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0x010100D0EF19114998164C8362206698E33540</vt:lpwstr>
  </property>
</Properties>
</file>